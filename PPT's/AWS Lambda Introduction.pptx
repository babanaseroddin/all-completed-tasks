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372108-A1BC-442C-800B-87E175DD57AF}">
  <a:tblStyle styleId="{76372108-A1BC-442C-800B-87E175DD57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55657" y="1817489"/>
            <a:ext cx="548068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Lambda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110037" y="3227189"/>
            <a:ext cx="39719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Serverless Computing in AWS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95750" y="4495800"/>
            <a:ext cx="400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Cloud Architecture &amp; DevOps | March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46920"/>
            <a:ext cx="5048250" cy="2248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46920"/>
            <a:ext cx="5048250" cy="224804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INTRODUCTION TO AWS LAMBDA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47750" y="3070770"/>
            <a:ext cx="47005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Fundamental Compute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3494186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AWS Lambda is a serverless, event-driven compute service that lets you run code for virtually any application or backend.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3070770"/>
            <a:ext cx="47005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Operational Focus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494186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It eliminates infrastructure management tasks like server provisioning, patching, and capacity scaling for developers.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5395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IS SERVERLESS?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90625" y="2118270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No server management required by the user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90625" y="2691556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Automatic scaling based on workload volume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90625" y="3264842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Built-in high availability and fault tolerance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90625" y="3838128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Pay only for what you use (No idle costs)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11827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69155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6484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3812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186582"/>
            <a:ext cx="381000" cy="130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186582"/>
            <a:ext cx="333375" cy="130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4251870"/>
            <a:ext cx="428625" cy="130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4251870"/>
            <a:ext cx="428625" cy="13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KEY FEATURES OF AWS LAMBDA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571625" y="2186582"/>
            <a:ext cx="4190523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Management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571625" y="2609998"/>
            <a:ext cx="39909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Zero servers to provision or patch manually.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000875" y="2186582"/>
            <a:ext cx="4400550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Auto-Scaling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000875" y="2609998"/>
            <a:ext cx="4191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Scales from 1 to thousands of requests instantly.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619250" y="4251870"/>
            <a:ext cx="430053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Pay-per-Use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619250" y="4675286"/>
            <a:ext cx="4095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Charged based on requests and execution time.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096125" y="4251870"/>
            <a:ext cx="430053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Event-Driven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096125" y="4675286"/>
            <a:ext cx="4095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Trigger code automatically from other AWS services.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5395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HOW AWS LAMBDA WORKS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90625" y="2118270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Upload: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Put your code in the Lambda console.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90625" y="2691556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Trigger: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Set up an event source (e.g., S3 upload).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190625" y="3264842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Execute: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Lambda runs code when the event occurs.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190625" y="4173289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Results are returned or sent to output.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11827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69155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6484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17328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52500" y="571500"/>
            <a:ext cx="4600575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62000" y="571500"/>
            <a:ext cx="76200" cy="10057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190625" y="1958280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Event Sources: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The 'Triggers' that start it.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90625" y="2531566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Lambda Function: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Your logic and runtime.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190625" y="3104852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Environment: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Isolated execution container.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190625" y="3678138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Downstream: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Database or API output.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95828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53156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0485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7813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26009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26009"/>
            <a:ext cx="342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2126009"/>
            <a:ext cx="342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SUPPORTED PROGRAMMING LANGUAGES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507102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*Custom runtimes (Rust, PHP, etc.) are supported via Lambda Layers.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4240559"/>
            <a:ext cx="342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Python &amp; Node.js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381500" y="4240559"/>
            <a:ext cx="342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Java &amp; C# (.NET)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001000" y="4240559"/>
            <a:ext cx="342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Go &amp; Ruby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0"/>
          <p:cNvGraphicFramePr/>
          <p:nvPr/>
        </p:nvGraphicFramePr>
        <p:xfrm>
          <a:off x="762000" y="21566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{76372108-A1BC-442C-800B-87E175DD57AF}</a:tableStyleId>
              </a:tblPr>
              <a:tblGrid>
                <a:gridCol w="2407900"/>
                <a:gridCol w="4027725"/>
                <a:gridCol w="4232375"/>
              </a:tblGrid>
              <a:tr h="72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Event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Typical 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</a:tr>
              <a:tr h="72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Amazon 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 Created/Deleted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Image Resizing, Data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 Gateway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HTTP Request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Application 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CloudWatch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Scheduled Event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Periodic Cron Jobs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DynamoDB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 Updates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B556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Transformation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0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EVENT SOURCES &amp; TRIGGERS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62000" y="3584227"/>
            <a:ext cx="240789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169890" y="3584227"/>
            <a:ext cx="402773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197625" y="3584227"/>
            <a:ext cx="42323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762000" y="4309913"/>
            <a:ext cx="240789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169890" y="4309913"/>
            <a:ext cx="402773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197625" y="4309913"/>
            <a:ext cx="42323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762000" y="5035599"/>
            <a:ext cx="240789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169890" y="5035599"/>
            <a:ext cx="402773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7197625" y="5035599"/>
            <a:ext cx="42323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62000" y="5761285"/>
            <a:ext cx="240789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169890" y="5761285"/>
            <a:ext cx="402773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7197625" y="5761285"/>
            <a:ext cx="423237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INTEGRATION WITH AWS SERVICES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190625" y="2118270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Seamlessly connects to S3 for automated file processing.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190625" y="3026717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Direct integration with DynamoDB for data validation.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1190625" y="3935164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Acts as the logic layer for API Gateway REST APIs.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190625" y="4508450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Integrated monitoring with Amazon CloudWatch logs.</a:t>
            </a:r>
            <a:endParaRPr/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11827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267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3516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0845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ADVANTAGES OF AWS LAMBDA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1190625" y="2513855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No Infrastructure Management: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Focus purely on code.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190625" y="3087141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Hyper Scalability: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Scales horizontally automatically.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190625" y="3660427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Cost Efficient: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Sub-second billing saves money.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190625" y="423371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Resilient: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Multi-AZ deployment out of the box.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190625" y="4806999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Rapid Deployment:</a:t>
            </a:r>
            <a:r>
              <a:rPr b="0" i="0" lang="en-US" sz="165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Go from code to production in seconds.</a:t>
            </a:r>
            <a:endParaRPr/>
          </a:p>
        </p:txBody>
      </p:sp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138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8714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6042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3371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0699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99270"/>
            <a:ext cx="5048250" cy="1912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99270"/>
            <a:ext cx="5048250" cy="191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LIMITATIONS &amp; DISADVANTAGES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762000" y="469790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*Not recommended for long-running batch processing or real-time high-performance gaming.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047750" y="2823120"/>
            <a:ext cx="47005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Constraints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047750" y="3246536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15-minute maximum execution time and limited local disk space (512MB to 10GB).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667500" y="2823120"/>
            <a:ext cx="47005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Performance Factors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667500" y="3246536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Latency issues ("Cold Starts") when functions are invoked after inactivity.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762000" y="2172741"/>
            <a:ext cx="147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1M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AWS LAMBDA PRICING MODEL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2714625" y="2260103"/>
            <a:ext cx="7940992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Free Requests per Month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2714625" y="2683519"/>
            <a:ext cx="7562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The free tier never expires, making it perfect for small projects and low-traffic apps.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1190625" y="3849141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Requests: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$0.20 per 1 million requests after free tier.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190625" y="4422427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Duration: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Cost depends on memory allocated and execution time.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1190625" y="499571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Architecture:</a:t>
            </a: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 Graviton2 (ARM) offers up to 20% lower cost.</a:t>
            </a:r>
            <a:endParaRPr/>
          </a:p>
        </p:txBody>
      </p:sp>
      <p:pic>
        <p:nvPicPr>
          <p:cNvPr descr="image.png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4914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2242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99571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186582"/>
            <a:ext cx="285750" cy="130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186582"/>
            <a:ext cx="285750" cy="130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4251870"/>
            <a:ext cx="476250" cy="1303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4251870"/>
            <a:ext cx="381000" cy="13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REAL-WORLD USE CASES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1476375" y="2186582"/>
            <a:ext cx="4450556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Media Processing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476375" y="2609998"/>
            <a:ext cx="4238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Automated thumbnail generation for streaming platforms.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953250" y="2186582"/>
            <a:ext cx="4450556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 Backends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6953250" y="2609998"/>
            <a:ext cx="4238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Processing user authentication and database queries.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4251870"/>
            <a:ext cx="4250531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Chatbots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4675286"/>
            <a:ext cx="4048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Handling conversational logic for support bots.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7048500" y="4251870"/>
            <a:ext cx="4350543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Sync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7048500" y="4675286"/>
            <a:ext cx="4143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Syncing records between CRM and internal databases.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BEST PRACTICES FOR LAMBDA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1190625" y="2513855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Keep functions small and focused (Single Responsibility).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1190625" y="3087141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Optimize memory allocation to balance performance and cost.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190625" y="3660427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Use IAM Roles to grant minimal required permissions.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190625" y="4233713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Implement comprehensive logging and monitoring with CloudWatch.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1190625" y="4806999"/>
            <a:ext cx="10239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Externalize configuration using Environment Variables.</a:t>
            </a:r>
            <a:endParaRPr/>
          </a:p>
        </p:txBody>
      </p:sp>
      <p:pic>
        <p:nvPicPr>
          <p:cNvPr descr="image.png" id="298" name="Google Shape;2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138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8714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6042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3371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806999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7"/>
          <p:cNvSpPr/>
          <p:nvPr/>
        </p:nvSpPr>
        <p:spPr>
          <a:xfrm>
            <a:off x="5619750" y="210309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5619750" y="4697610"/>
            <a:ext cx="952500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495300" y="244599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Future is Serverless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1809750" y="3131790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AWS Lambda is transforming how we build modern cloud architectures by making infrastructure invisible and allowing developers to focus purely on innovation.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64084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4885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3362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31839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2022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23" name="Google Shape;323;p28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762000" y="1814661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762000" y="259943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762000" y="338420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762000" y="4168973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762000" y="258990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762000" y="258990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762000" y="337467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762000" y="337467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762000" y="415944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762000" y="415944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762000" y="494421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762000" y="494421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1857375" y="1957536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https://uptimerobot.com/knowledge-hub/wp-content/uploads/2025/02/cloud-infrastructure-components.png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1857375" y="220325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uptimerobot.com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1857375" y="274230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https://miro.medium.com/0*k9vCsZDxVn27YWV0.jpg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1857375" y="298802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1857375" y="352707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https://images.ctfassets.net/w6r2i5d8q73s/1mdrT2mU09TpfTPZSEr9v2/585f7580282ed25b57d015c9a10ffa18/4.png?fm=webp&amp;q=75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1857375" y="377279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miro.com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1857375" y="4311848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https://lrnkey.com/storage/filemanger_uploads/Programming_coding/popular-programming-languages-lrnkey.jpg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1857375" y="455756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lrnkey.com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1857375" y="5096619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https://media2.dev.to/dynamic/image/width=1000,height=420,fit=cover,gravity=auto,format=auto/https%3A%2F%2Fdev-to-uploads.s3.amazonaws.com%2Fuploads%2Farticles%2F2ghx88b7suq0zrvxiar3.jpg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1857375" y="5540424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dev.to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