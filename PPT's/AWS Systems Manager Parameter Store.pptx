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C4D538-66AA-46D8-A355-13884DB7E4DD}">
  <a:tblStyle styleId="{FCC4D538-66AA-46D8-A355-13884DB7E4D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roddin baba" userId="3d31b25fe7691ce1" providerId="LiveId" clId="{2CDD16C3-32BE-4282-AD6F-36B9E582E20C}"/>
    <pc:docChg chg="undo custSel addSld delSld modSld">
      <pc:chgData name="naseroddin baba" userId="3d31b25fe7691ce1" providerId="LiveId" clId="{2CDD16C3-32BE-4282-AD6F-36B9E582E20C}" dt="2026-03-20T13:47:10.069" v="7" actId="47"/>
      <pc:docMkLst>
        <pc:docMk/>
      </pc:docMkLst>
      <pc:sldChg chg="addSp delSp add del mod">
        <pc:chgData name="naseroddin baba" userId="3d31b25fe7691ce1" providerId="LiveId" clId="{2CDD16C3-32BE-4282-AD6F-36B9E582E20C}" dt="2026-03-20T13:47:10.069" v="7" actId="47"/>
        <pc:sldMkLst>
          <pc:docMk/>
          <pc:sldMk cId="0" sldId="260"/>
        </pc:sldMkLst>
        <pc:picChg chg="add del">
          <ac:chgData name="naseroddin baba" userId="3d31b25fe7691ce1" providerId="LiveId" clId="{2CDD16C3-32BE-4282-AD6F-36B9E582E20C}" dt="2026-03-20T13:47:05.138" v="6" actId="478"/>
          <ac:picMkLst>
            <pc:docMk/>
            <pc:sldMk cId="0" sldId="260"/>
            <ac:picMk id="13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50469" y="2390775"/>
            <a:ext cx="849106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AWS </a:t>
            </a:r>
            <a:r>
              <a:rPr lang="en-US" sz="60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Systems Manager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343275"/>
            <a:ext cx="7620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Unified Configuration and Secrets Management: A Deep Dive into Parameter Store Capabilities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700587" y="4276725"/>
            <a:ext cx="2790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Cloud Infrastructure Excellence Series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5275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Core Fundamentals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619750" y="1590675"/>
            <a:ext cx="952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9145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Understanding the foundation of centralized configuration management in AWS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526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SERVICE OVERVIEW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23098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AWS Systems Manager Parameter Store provides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secure, hierarchical storage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configuration data management and secrets management.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33670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store data such as passwords, database strings, Amazon Machine Image (AMI) IDs, and license codes as parameter values.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44243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allows you to separate your environmental configuration from your application code, improving security and operational efficiency.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762125"/>
            <a:ext cx="52197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81200"/>
            <a:ext cx="2619375" cy="231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1981200"/>
            <a:ext cx="2619375" cy="231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981200"/>
            <a:ext cx="2619375" cy="231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1125" y="1981200"/>
            <a:ext cx="2619375" cy="231621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KEY CAPABILITIES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2764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66775" y="2847975"/>
            <a:ext cx="213026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Hierarchical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219450"/>
            <a:ext cx="202882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Organize parameters using paths (e.g., /prod/db/url) for logical grouping.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76650" y="22764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3676650" y="2847975"/>
            <a:ext cx="213026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Versioning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676650" y="3219450"/>
            <a:ext cx="202882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Automatic history tracking; reference specific versions for rollback.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86525" y="22764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6486525" y="2847975"/>
            <a:ext cx="213026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IAM Control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486525" y="3219450"/>
            <a:ext cx="202882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Granular access control using AWS Identity and Access Management.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96400" y="22764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296400" y="2847975"/>
            <a:ext cx="213026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Policies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296400" y="3219450"/>
            <a:ext cx="202882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Set expiration dates and notifications for parameter maintenance.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295275" y="5715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Security &amp; Scalability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619750" y="1590675"/>
            <a:ext cx="952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19145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Architecture designed for enterprise-grade protection and high-throughput environments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PERFORMANCE METRICS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605337" y="3181350"/>
            <a:ext cx="19050" cy="14287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2043112" y="3138487"/>
            <a:ext cx="18002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10k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2043112" y="4376737"/>
            <a:ext cx="18002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REQUESTS/SEC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386387" y="2952750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High Throughput Mode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386387" y="3171825"/>
            <a:ext cx="4762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default, Parameter Store supports 40 transactions per second (TPS). Advanced users can enable high throughput to reach 10,000 TPS, supporting massive serverless or containerized workloads.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SECURITY FIRST DESIGN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526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952500" y="2505075"/>
            <a:ext cx="48577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SecureString: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Store sensitive data encrypted with AWS KMS.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52500" y="3238500"/>
            <a:ext cx="48577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Auditability: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All actions are logged in AWS CloudTrail for compliance.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952500" y="3971925"/>
            <a:ext cx="48577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Decryption Control: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Restrict decryption permissions via KMS Key Policies.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52500" y="4705350"/>
            <a:ext cx="48577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Cross-Service: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Native integration with Lambda, EC2, and CloudFormation.</a:t>
            </a:r>
            <a:endParaRPr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050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385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719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053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1281112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LOGICAL PATH HIERARCHIES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27670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Organization is key to managing thousands of configurations. Use paths to define environments, regions, and application names.</a:t>
            </a:r>
            <a:endParaRPr/>
          </a:p>
        </p:txBody>
      </p:sp>
      <p:pic>
        <p:nvPicPr>
          <p:cNvPr id="197" name="Google Shape;19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4287"/>
            <a:ext cx="4953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71500" y="48625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Paths enable easy recursive fetching of all parameters for a specific application component.</a:t>
            </a:r>
            <a:endParaRPr/>
          </a:p>
        </p:txBody>
      </p:sp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PARAMETER STORE VS SECRETS MANAGER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571500" y="56007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Parameter Store for configuration and static secrets. Use Secrets Manager for secrets requiring automatic rotation (RDS, etc.).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DEPLOYMENT WORKFLOW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571500" y="3057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1548705" y="22669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510733" y="2933700"/>
            <a:ext cx="255219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Define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31146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configuration keys and tier requirements.</a:t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4421385" y="22669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3383413" y="2933700"/>
            <a:ext cx="255219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Store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3444180" y="31146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Upload via CLI, SDK, or CloudFormation.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7294066" y="22669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6256094" y="2933700"/>
            <a:ext cx="255219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Fetch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316860" y="31146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 retrieves value at runtime securely.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10166746" y="22669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9128774" y="2933700"/>
            <a:ext cx="255219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Monitor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9189541" y="31146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Track usage and history in CloudTrail.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352</Words>
  <Application>Microsoft Office PowerPoint</Application>
  <PresentationFormat>Widescreen</PresentationFormat>
  <Paragraphs>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Inter</vt:lpstr>
      <vt:lpstr>Urbanist</vt:lpstr>
      <vt:lpstr>Calibri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naseroddin baba</cp:lastModifiedBy>
  <cp:revision>1</cp:revision>
  <dcterms:modified xsi:type="dcterms:W3CDTF">2026-03-20T13:47:13Z</dcterms:modified>
</cp:coreProperties>
</file>