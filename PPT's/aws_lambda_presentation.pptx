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Lambda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Serverless compute service by AWS that runs code without managing servers.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Lambda?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Lambda lets you run code in response to events and automatically manages computing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Serverless, Automatic scaling, Event-driven, Pay-per-use pricing, Supports multiple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Java, Node.js, C#, Go, Ruby, PowerShell, and custom runtimes.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Lambda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code → Set trigger → Lambda executes code → Automatically scales.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S3, API Gateway, CloudWatch Events, DynamoDB Streams, SNS, SQS.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server management, automatic scaling, cost efficient, high availability.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Execution time limits, cold start latency, not suitable for long-running processes.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file processing, backend APIs, automation tasks, data processing.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 only for compute time used and number of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functions small, monitor with CloudWatch, use IAM roles, optimize memory.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Lambda simplifies application development with scalable and event-driven computing.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