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Urbanist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D944B8-4117-42C9-8594-66CDB87335A0}">
  <a:tblStyle styleId="{B6D944B8-4117-42C9-8594-66CDB87335A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eroddin baba" userId="3d31b25fe7691ce1" providerId="LiveId" clId="{2CDD16C3-32BE-4282-AD6F-36B9E582E20C}"/>
    <pc:docChg chg="delSld">
      <pc:chgData name="naseroddin baba" userId="3d31b25fe7691ce1" providerId="LiveId" clId="{2CDD16C3-32BE-4282-AD6F-36B9E582E20C}" dt="2026-03-18T06:57:33.554" v="1" actId="47"/>
      <pc:docMkLst>
        <pc:docMk/>
      </pc:docMkLst>
      <pc:sldChg chg="del">
        <pc:chgData name="naseroddin baba" userId="3d31b25fe7691ce1" providerId="LiveId" clId="{2CDD16C3-32BE-4282-AD6F-36B9E582E20C}" dt="2026-03-18T06:57:33.554" v="1" actId="47"/>
        <pc:sldMkLst>
          <pc:docMk/>
          <pc:sldMk cId="0" sldId="270"/>
        </pc:sldMkLst>
      </pc:sldChg>
      <pc:sldChg chg="del">
        <pc:chgData name="naseroddin baba" userId="3d31b25fe7691ce1" providerId="LiveId" clId="{2CDD16C3-32BE-4282-AD6F-36B9E582E20C}" dt="2026-03-18T06:57:32.529" v="0" actId="47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55557" y="3390900"/>
            <a:ext cx="708088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AWS Secrets Manager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24150" y="4391025"/>
            <a:ext cx="6743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Securely Manage, Rotate, and Retrieve Credentials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8538" y="1924050"/>
            <a:ext cx="2714922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245643" y="2514600"/>
            <a:ext cx="5700712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Introduction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619750" y="3533775"/>
            <a:ext cx="952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381375" y="3857625"/>
            <a:ext cx="5429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 modern standard for sensitive data protection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8912"/>
            <a:ext cx="52863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8912"/>
            <a:ext cx="528637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62025" y="311943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Centralized Vault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62025" y="362426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Protected storage for database credentials, API keys, and OAuth tokens. Replaces insecure configuration files and environment variables.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11943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Automated Lifecycle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362426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Enables the automated rotation of secrets without application downtime, enhancing your security posture through credential freshness.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WHAT IS SECRETS MANAGER?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03102"/>
            <a:ext cx="5286375" cy="3337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03102"/>
            <a:ext cx="5286375" cy="333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1381125" y="2355502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Security Risk:</a:t>
            </a: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Plaintext credentials in code repositories lead to massive breaches.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381125" y="3165127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Stale Data:</a:t>
            </a: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Manual rotation is tedious, error-prone, and rarely performed.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381125" y="3974752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Lack of Audit:</a:t>
            </a: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Hard to track who accessed which credential and when.</a:t>
            </a:r>
            <a:endParaRPr/>
          </a:p>
        </p:txBody>
      </p:sp>
      <p:pic>
        <p:nvPicPr>
          <p:cNvPr id="119" name="Google Shape;11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3840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319370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00" y="400332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THE PROBLEM: HARDCODED SECRETS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47925"/>
            <a:ext cx="3492549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47925"/>
            <a:ext cx="3492549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47925"/>
            <a:ext cx="3492549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794225" y="349567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Rotation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66775" y="400050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Native integration with AWS Lambda to rotate credentials automatically.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572524" y="349567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Access Control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645074" y="400050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Fine-grained IAM policies for precise permission management.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350824" y="349567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Encryption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423374" y="400050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Uses AWS KMS to encrypt secrets at rest with hardware security modules.</a:t>
            </a:r>
            <a:endParaRPr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9100" y="27908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7908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4274" y="279082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KEY CAPABILITIES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3280648" y="2514600"/>
            <a:ext cx="563070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Deep Dive: Rotation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5619750" y="3533775"/>
            <a:ext cx="952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414712" y="3857625"/>
            <a:ext cx="5362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Eliminating the risk of long-lived credentials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7812" y="220503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6334125" y="244792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How It Works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6334125" y="295275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Secrets Manager uses an AWS Lambda function to update the credential in the target service (like RDS) and then updates the secret value in the vault.</a:t>
            </a:r>
            <a:endParaRPr/>
          </a:p>
        </p:txBody>
      </p:sp>
      <p:pic>
        <p:nvPicPr>
          <p:cNvPr id="159" name="Google Shape;15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95437" y="2252662"/>
            <a:ext cx="32385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7143750" y="3962400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Supports RDS, Redshift, and DocumentDB natively.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7143750" y="4772025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Customizable for any third-party API or service.</a:t>
            </a:r>
            <a:endParaRPr/>
          </a:p>
        </p:txBody>
      </p:sp>
      <p:pic>
        <p:nvPicPr>
          <p:cNvPr id="162" name="Google Shape;16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15125" y="39909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15125" y="480060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AUTOMATED SECRET ROTATION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571500" y="1466850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SECURITY &amp; KMS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2352675"/>
            <a:ext cx="52006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Uncompromising Protection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71500" y="285750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Every secret is encrypted using a unique data key from AWS Key Management Service (KMS). This ensures that even if physical storage were compromised, your data remains unreadable.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4143375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Integration with CloudTrail provides a complete audit log of every retrieval and rotation attempt, satisfying strict compliance requirements like PCI-DSS and HIPAA.</a:t>
            </a:r>
            <a:endParaRPr/>
          </a:p>
        </p:txBody>
      </p:sp>
      <p:pic>
        <p:nvPicPr>
          <p:cNvPr id="175" name="Google Shape;1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1000125" y="290036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Identity-Based Policies:</a:t>
            </a: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Attach to IAM users or roles to define who can read or update secrets.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1000125" y="3424237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Resource-Based Policies:</a:t>
            </a: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Attach directly to the secret to allow cross-account access or restrict to specific VPCs.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1000125" y="394811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KMS Permissions:</a:t>
            </a: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Users must have permission to both the secret AND the KMS key to decrypt the value.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1000125" y="4471987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VPC Endpoints:</a:t>
            </a: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Access Secrets Manager privately without traversing the public internet.</a:t>
            </a:r>
            <a:endParaRPr/>
          </a:p>
        </p:txBody>
      </p:sp>
      <p:pic>
        <p:nvPicPr>
          <p:cNvPr id="185" name="Google Shape;18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89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528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766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0056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FINE-GRAINED ACCESS CONTROL</a:t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814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27450" y="36814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83400" y="36814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39351" y="36814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/>
          <p:nvPr/>
        </p:nvSpPr>
        <p:spPr>
          <a:xfrm>
            <a:off x="571500" y="3852862"/>
            <a:ext cx="110490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-238125" y="4271962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Create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-190500" y="4776787"/>
            <a:ext cx="1905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Define secret and encryption key.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3317825" y="2252662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Store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3365450" y="2757487"/>
            <a:ext cx="1905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Versioned storage in vault.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6873775" y="4271962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Retrieve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6921400" y="4776787"/>
            <a:ext cx="1905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App fetches at runtime via API.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10572526" y="2252662"/>
            <a:ext cx="171464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Rotate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10572526" y="2757487"/>
            <a:ext cx="171464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Lambda updates value periodically.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THE SECRET LIFECYCLE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14537"/>
            <a:ext cx="3492549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14537"/>
            <a:ext cx="3492549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14537"/>
            <a:ext cx="3492549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309812"/>
            <a:ext cx="2901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309812"/>
            <a:ext cx="2901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309812"/>
            <a:ext cx="290199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794225" y="4214812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DB Credentials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866775" y="4719637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Seamlessly manage RDS and Aurora logins.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4572524" y="4214812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API Keys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4645074" y="4719637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Secure third-party keys like Stripe or Twilio.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8350824" y="4214812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SSH/Keys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8423374" y="4719637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Centralize infrastructure access management.</a:t>
            </a:r>
            <a:endParaRPr/>
          </a:p>
        </p:txBody>
      </p:sp>
      <p:pic>
        <p:nvPicPr>
          <p:cNvPr id="228" name="Google Shape;228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6775" y="2309812"/>
            <a:ext cx="2901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45074" y="2309812"/>
            <a:ext cx="2901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23374" y="2309812"/>
            <a:ext cx="290199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COMMON USE CASES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/>
          <p:nvPr/>
        </p:nvSpPr>
        <p:spPr>
          <a:xfrm>
            <a:off x="571500" y="2390775"/>
            <a:ext cx="11049000" cy="29622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9" name="Google Shape;239;p24"/>
          <p:cNvGraphicFramePr/>
          <p:nvPr/>
        </p:nvGraphicFramePr>
        <p:xfrm>
          <a:off x="571500" y="2390775"/>
          <a:ext cx="11049000" cy="2962250"/>
        </p:xfrm>
        <a:graphic>
          <a:graphicData uri="http://schemas.openxmlformats.org/drawingml/2006/table">
            <a:tbl>
              <a:tblPr firstRow="1" bandRow="1">
                <a:noFill/>
                <a:tableStyleId>{B6D944B8-4117-42C9-8594-66CDB87335A0}</a:tableStyleId>
              </a:tblPr>
              <a:tblGrid>
                <a:gridCol w="29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99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99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Secrets Manager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99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Parameter Store (Secure)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5DB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Automatic Rotation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5DB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Built-in with Lambda templates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5DB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or custom implementation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5DB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Cross-Account Access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5DB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Easier (Resource-based policies)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5DB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Complex (IAM roles)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5DB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5DB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$0.40 per secret / month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5DB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parameters are Free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5DB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Replication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5DB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Native multi-region 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5DB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copy needed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0" name="Google Shape;240;p24"/>
          <p:cNvSpPr/>
          <p:nvPr/>
        </p:nvSpPr>
        <p:spPr>
          <a:xfrm>
            <a:off x="571500" y="3014662"/>
            <a:ext cx="29508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3522315" y="3014662"/>
            <a:ext cx="3894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7416403" y="3014662"/>
            <a:ext cx="42040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571500" y="3595687"/>
            <a:ext cx="29508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3522315" y="3595687"/>
            <a:ext cx="3894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7416403" y="3595687"/>
            <a:ext cx="42040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571500" y="4176712"/>
            <a:ext cx="29508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3522315" y="4176712"/>
            <a:ext cx="3894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7416403" y="4176712"/>
            <a:ext cx="42040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571500" y="4757737"/>
            <a:ext cx="29508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3522315" y="4757737"/>
            <a:ext cx="3894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7416403" y="4757737"/>
            <a:ext cx="42040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71500" y="5338762"/>
            <a:ext cx="29508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3522315" y="5338762"/>
            <a:ext cx="3894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7416403" y="5338762"/>
            <a:ext cx="42040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SECRETS MANAGER VS PARAMETER STORE</a:t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62062"/>
            <a:ext cx="11049000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571500" y="1262062"/>
            <a:ext cx="116014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Performance Reliability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571500" y="1766887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Secrets Manager is designed for high-concurrency environments, supporting thousands of requests per second for global applications.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762000" y="376237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HIGH AVAILABILITY &amp; SCALE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571500" y="376237"/>
            <a:ext cx="76200" cy="5048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814762"/>
            <a:ext cx="528637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571500" y="3257550"/>
            <a:ext cx="528637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$0.40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571500" y="4210050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 Secret Per Month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6334125" y="202406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Global Secret Replication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6334125" y="2528887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AWS Secrets Manager supports replication across multiple regions to ensure your secrets are available for multi-region applications and disaster recovery scenarios.</a:t>
            </a:r>
            <a:endParaRPr/>
          </a:p>
        </p:txBody>
      </p:sp>
      <p:pic>
        <p:nvPicPr>
          <p:cNvPr id="277" name="Google Shape;27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814762"/>
            <a:ext cx="528637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PRICING &amp; REPLICATION</a:t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Office PowerPoint</Application>
  <PresentationFormat>Widescreen</PresentationFormat>
  <Paragraphs>76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Arial</vt:lpstr>
      <vt:lpstr>Urbanist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naseroddin baba</cp:lastModifiedBy>
  <cp:revision>1</cp:revision>
  <dcterms:modified xsi:type="dcterms:W3CDTF">2026-03-18T06:57:41Z</dcterms:modified>
</cp:coreProperties>
</file>