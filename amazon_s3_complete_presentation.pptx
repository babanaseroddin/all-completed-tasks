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A73DE9-7267-4B77-A7B1-01356B7921DD}" v="15" dt="2026-03-11T10:43:26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eroddin baba" userId="3d31b25fe7691ce1" providerId="LiveId" clId="{2CDD16C3-32BE-4282-AD6F-36B9E582E20C}"/>
    <pc:docChg chg="undo custSel modSld">
      <pc:chgData name="naseroddin baba" userId="3d31b25fe7691ce1" providerId="LiveId" clId="{2CDD16C3-32BE-4282-AD6F-36B9E582E20C}" dt="2026-03-11T10:46:28.016" v="93" actId="20577"/>
      <pc:docMkLst>
        <pc:docMk/>
      </pc:docMkLst>
      <pc:sldChg chg="modSp mod modTransition">
        <pc:chgData name="naseroddin baba" userId="3d31b25fe7691ce1" providerId="LiveId" clId="{2CDD16C3-32BE-4282-AD6F-36B9E582E20C}" dt="2026-03-11T10:43:26.022" v="19"/>
        <pc:sldMkLst>
          <pc:docMk/>
          <pc:sldMk cId="0" sldId="256"/>
        </pc:sldMkLst>
        <pc:spChg chg="mod">
          <ac:chgData name="naseroddin baba" userId="3d31b25fe7691ce1" providerId="LiveId" clId="{2CDD16C3-32BE-4282-AD6F-36B9E582E20C}" dt="2026-03-11T10:42:38.003" v="5" actId="27636"/>
          <ac:spMkLst>
            <pc:docMk/>
            <pc:sldMk cId="0" sldId="256"/>
            <ac:spMk id="2" creationId="{00000000-0000-0000-0000-000000000000}"/>
          </ac:spMkLst>
        </pc:spChg>
      </pc:sldChg>
      <pc:sldChg chg="modSp mod modClrScheme chgLayout">
        <pc:chgData name="naseroddin baba" userId="3d31b25fe7691ce1" providerId="LiveId" clId="{2CDD16C3-32BE-4282-AD6F-36B9E582E20C}" dt="2026-03-11T10:45:31.385" v="51" actId="20577"/>
        <pc:sldMkLst>
          <pc:docMk/>
          <pc:sldMk cId="0" sldId="257"/>
        </pc:sldMkLst>
        <pc:spChg chg="mod ord">
          <ac:chgData name="naseroddin baba" userId="3d31b25fe7691ce1" providerId="LiveId" clId="{2CDD16C3-32BE-4282-AD6F-36B9E582E20C}" dt="2026-03-11T10:45:02.175" v="24" actId="700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naseroddin baba" userId="3d31b25fe7691ce1" providerId="LiveId" clId="{2CDD16C3-32BE-4282-AD6F-36B9E582E20C}" dt="2026-03-11T10:45:31.385" v="5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 modTransition">
        <pc:chgData name="naseroddin baba" userId="3d31b25fe7691ce1" providerId="LiveId" clId="{2CDD16C3-32BE-4282-AD6F-36B9E582E20C}" dt="2026-03-11T10:42:55.525" v="10"/>
        <pc:sldMkLst>
          <pc:docMk/>
          <pc:sldMk cId="0" sldId="259"/>
        </pc:sldMkLst>
        <pc:spChg chg="mod">
          <ac:chgData name="naseroddin baba" userId="3d31b25fe7691ce1" providerId="LiveId" clId="{2CDD16C3-32BE-4282-AD6F-36B9E582E20C}" dt="2026-03-11T10:42:20.413" v="2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naseroddin baba" userId="3d31b25fe7691ce1" providerId="LiveId" clId="{2CDD16C3-32BE-4282-AD6F-36B9E582E20C}" dt="2026-03-11T10:46:28.016" v="93" actId="20577"/>
        <pc:sldMkLst>
          <pc:docMk/>
          <pc:sldMk cId="0" sldId="263"/>
        </pc:sldMkLst>
        <pc:spChg chg="mod">
          <ac:chgData name="naseroddin baba" userId="3d31b25fe7691ce1" providerId="LiveId" clId="{2CDD16C3-32BE-4282-AD6F-36B9E582E20C}" dt="2026-03-11T10:46:28.016" v="93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naseroddin baba" userId="3d31b25fe7691ce1" providerId="LiveId" clId="{2CDD16C3-32BE-4282-AD6F-36B9E582E20C}" dt="2026-03-11T10:42:37.949" v="4" actId="27636"/>
        <pc:sldMkLst>
          <pc:docMk/>
          <pc:sldMk cId="0" sldId="269"/>
        </pc:sldMkLst>
        <pc:spChg chg="mod">
          <ac:chgData name="naseroddin baba" userId="3d31b25fe7691ce1" providerId="LiveId" clId="{2CDD16C3-32BE-4282-AD6F-36B9E582E20C}" dt="2026-03-11T10:42:37.949" v="4" actId="27636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naseroddin baba" userId="3d31b25fe7691ce1" providerId="LiveId" clId="{2CDD16C3-32BE-4282-AD6F-36B9E582E20C}" dt="2026-03-11T07:33:13.448" v="1" actId="20577"/>
        <pc:sldMkLst>
          <pc:docMk/>
          <pc:sldMk cId="0" sldId="286"/>
        </pc:sldMkLst>
        <pc:spChg chg="mod">
          <ac:chgData name="naseroddin baba" userId="3d31b25fe7691ce1" providerId="LiveId" clId="{2CDD16C3-32BE-4282-AD6F-36B9E582E20C}" dt="2026-03-11T07:33:13.448" v="1" actId="20577"/>
          <ac:spMkLst>
            <pc:docMk/>
            <pc:sldMk cId="0" sldId="28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Amazon S3 (Simple Storage Service)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overview of AWS S3 including concepts, storage classes, security, and 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Amazon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3743"/>
            <a:ext cx="8229600" cy="4482420"/>
          </a:xfrm>
        </p:spPr>
        <p:txBody>
          <a:bodyPr/>
          <a:lstStyle/>
          <a:p>
            <a:r>
              <a:rPr dirty="0"/>
              <a:t>Amazon S3 is a scalable object storage service provided by AWS to store and retrieve any amount of data from anywhere.</a:t>
            </a:r>
            <a:endParaRPr lang="en-US" dirty="0"/>
          </a:p>
          <a:p>
            <a:r>
              <a:rPr lang="en-US" dirty="0"/>
              <a:t>S3 is a Global service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Highly scalable</a:t>
            </a:r>
          </a:p>
          <a:p>
            <a:r>
              <a:t>99.999999999% durability</a:t>
            </a:r>
          </a:p>
          <a:p>
            <a:r>
              <a:t>High availability</a:t>
            </a:r>
          </a:p>
          <a:p>
            <a:r>
              <a:t>Secure data storage</a:t>
            </a:r>
          </a:p>
          <a:p>
            <a:r>
              <a:t>Integration with AWS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Amazon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Unlimited storage capacity</a:t>
            </a:r>
          </a:p>
          <a:p>
            <a:r>
              <a:rPr dirty="0"/>
              <a:t>High durability and reliability</a:t>
            </a:r>
          </a:p>
          <a:p>
            <a:r>
              <a:rPr dirty="0"/>
              <a:t>Multiple storage classes for cost optimization</a:t>
            </a:r>
          </a:p>
          <a:p>
            <a:r>
              <a:rPr dirty="0"/>
              <a:t>Strong security and encryption</a:t>
            </a:r>
          </a:p>
          <a:p>
            <a:r>
              <a:rPr dirty="0"/>
              <a:t>Easy integration with applications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Amazon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Costs can increase without lifecycle policies</a:t>
            </a:r>
          </a:p>
          <a:p>
            <a:r>
              <a:t>Latency for frequent small updates</a:t>
            </a:r>
          </a:p>
          <a:p>
            <a:r>
              <a:t>Requires proper access control configuration</a:t>
            </a:r>
          </a:p>
          <a:p>
            <a:r>
              <a:t>Not ideal for relational database workloads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Amazon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Backup and disaster recovery</a:t>
            </a:r>
          </a:p>
          <a:p>
            <a:r>
              <a:t>Static website hosting</a:t>
            </a:r>
          </a:p>
          <a:p>
            <a:r>
              <a:t>Media and content storage</a:t>
            </a:r>
          </a:p>
          <a:p>
            <a:r>
              <a:t>Data archiving</a:t>
            </a:r>
          </a:p>
          <a:p>
            <a:r>
              <a:t>Big data analytics and logs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Storage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S3 uses buckets and objects to store data</a:t>
            </a:r>
          </a:p>
          <a:p>
            <a:r>
              <a:t>Objects contain data and metadata</a:t>
            </a:r>
          </a:p>
          <a:p>
            <a:r>
              <a:t>Supports versioning and lifecycle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Buckets are containers used to store objects in Amazon S3</a:t>
            </a:r>
          </a:p>
          <a:p>
            <a:r>
              <a:rPr dirty="0"/>
              <a:t>Each bucket has a unique name</a:t>
            </a:r>
          </a:p>
          <a:p>
            <a:r>
              <a:rPr dirty="0"/>
              <a:t>Used to organize and manage stored data</a:t>
            </a:r>
            <a:endParaRPr lang="en-US" dirty="0"/>
          </a:p>
          <a:p>
            <a:r>
              <a:rPr lang="en-US" dirty="0"/>
              <a:t>Bucket is a regional service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Objects are files stored in S3</a:t>
            </a:r>
          </a:p>
          <a:p>
            <a:r>
              <a:t>Each object contains data, metadata, and a unique key</a:t>
            </a:r>
          </a:p>
          <a:p>
            <a:r>
              <a:t>Maximum object size up to 5 TB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Metadata is additional information about an object</a:t>
            </a:r>
          </a:p>
          <a:p>
            <a:r>
              <a:t>Includes content type, size, last modified date</a:t>
            </a:r>
          </a:p>
          <a:p>
            <a:r>
              <a:t>Used for managing and organizing objects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Versioning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Versioning keeps multiple versions of objects</a:t>
            </a:r>
          </a:p>
          <a:p>
            <a:r>
              <a:t>Helps recover deleted or overwritten data</a:t>
            </a:r>
          </a:p>
          <a:p>
            <a:r>
              <a:t>Useful for backup and auditing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Storage Classes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Different storage classes provide different cost and performance levels depending on data access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frequently accessed data</a:t>
            </a:r>
          </a:p>
          <a:p>
            <a:r>
              <a:t>High availability and durability</a:t>
            </a:r>
          </a:p>
          <a:p>
            <a:r>
              <a:t>Suitable for websites, apps, and content distribution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S3 Standard – Infrequent Access (Standard 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data accessed less frequently</a:t>
            </a:r>
          </a:p>
          <a:p>
            <a:r>
              <a:t>Lower storage cost</a:t>
            </a:r>
          </a:p>
          <a:p>
            <a:r>
              <a:t>Higher retrieval cost compared to Standard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One Zone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data in a single availability zone</a:t>
            </a:r>
          </a:p>
          <a:p>
            <a:r>
              <a:t>Lower cost</a:t>
            </a:r>
          </a:p>
          <a:p>
            <a:r>
              <a:t>Suitable for non-critical backup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Intelligent Tiering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moves data between tiers</a:t>
            </a:r>
          </a:p>
          <a:p>
            <a:r>
              <a:t>Optimizes cost based on access patterns</a:t>
            </a:r>
          </a:p>
          <a:p>
            <a:r>
              <a:t>Ideal when access patterns are unknown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Glacier Storage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Glacier Instant Retrieval</a:t>
            </a:r>
          </a:p>
          <a:p>
            <a:r>
              <a:t>Glacier Flexible Retrieval</a:t>
            </a:r>
          </a:p>
          <a:p>
            <a:r>
              <a:t>Glacier Deep Archive</a:t>
            </a:r>
          </a:p>
          <a:p>
            <a:r>
              <a:t>Designed for archival and long-term storage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in Amazon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security mechanisms including IAM policies, bucket policies, ACLs, and public access controls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Bucket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JSON-based policy attached to buckets</a:t>
            </a:r>
          </a:p>
          <a:p>
            <a:r>
              <a:t>Defines permissions for users and services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Identity-based policy attached to users, groups, or roles</a:t>
            </a:r>
          </a:p>
          <a:p>
            <a:r>
              <a:t>Controls access to AWS resources including S3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 List (ACL)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Legacy permission system</a:t>
            </a:r>
          </a:p>
          <a:p>
            <a:r>
              <a:t>Controls read/write access at object or bucket level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Public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public access to buckets and objects</a:t>
            </a:r>
          </a:p>
          <a:p>
            <a:r>
              <a:t>Helps secure sensitive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in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multiple encryption methods to protect data at rest and in transit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SSE-S3 (Server-side encryption using S3 keys)</a:t>
            </a:r>
          </a:p>
          <a:p>
            <a:r>
              <a:t>SSE-KMS (Using AWS KMS keys)</a:t>
            </a:r>
          </a:p>
          <a:p>
            <a:r>
              <a:t>SSE-C (Customer-provided keys)</a:t>
            </a:r>
          </a:p>
          <a:p>
            <a:r>
              <a:t>Client-side encryption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Lifecycle policies automate storage transitions</a:t>
            </a:r>
          </a:p>
          <a:p>
            <a:r>
              <a:t>Replication copies objects across regions or buckets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move data between storage classes</a:t>
            </a:r>
          </a:p>
          <a:p>
            <a:r>
              <a:t>Delete objects after defined periods</a:t>
            </a:r>
          </a:p>
          <a:p>
            <a:r>
              <a:t>Reduce storage costs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CRR – Cross Region Replication</a:t>
            </a:r>
          </a:p>
          <a:p>
            <a:r>
              <a:t>SRR – Same Region Replication</a:t>
            </a:r>
          </a:p>
          <a:p>
            <a:r>
              <a:t>Improves availability and disaster recovery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Pre-signed URLs provide temporary access</a:t>
            </a:r>
          </a:p>
          <a:p>
            <a:r>
              <a:t>Static website hosting allows hosting websites directly from S3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Transfer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Multipart Upload improves large file uploads</a:t>
            </a:r>
          </a:p>
          <a:p>
            <a:r>
              <a:t>Transfer Acceleration speeds global uploads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Delete Marker marks objects as deleted in versioned buckets</a:t>
            </a:r>
          </a:p>
          <a:p>
            <a:r>
              <a:t>Version delete permanently removes object versions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Amazon S3 is a reliable, scalable, and secure cloud storage solution widely used for modern clou</a:t>
            </a:r>
            <a:r>
              <a:rPr lang="en-US" dirty="0"/>
              <a:t>d</a:t>
            </a:r>
            <a:r>
              <a:rPr dirty="0"/>
              <a:t>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621</Words>
  <Application>Microsoft Office PowerPoint</Application>
  <PresentationFormat>On-screen Show (4:3)</PresentationFormat>
  <Paragraphs>115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Amazon S3 (Simple Storage Service)</vt:lpstr>
      <vt:lpstr>Introduction to Amazon S3</vt:lpstr>
      <vt:lpstr>Key Features of S3</vt:lpstr>
      <vt:lpstr>Advantages of Amazon S3</vt:lpstr>
      <vt:lpstr>Disadvantages of Amazon S3</vt:lpstr>
      <vt:lpstr>When to Use Amazon S3</vt:lpstr>
      <vt:lpstr>S3 Storage Concepts</vt:lpstr>
      <vt:lpstr>Buckets</vt:lpstr>
      <vt:lpstr>Objects</vt:lpstr>
      <vt:lpstr>Object Metadata</vt:lpstr>
      <vt:lpstr>Object Versioning</vt:lpstr>
      <vt:lpstr>S3 Storage Classes Overview</vt:lpstr>
      <vt:lpstr>S3 Standard</vt:lpstr>
      <vt:lpstr>S3 Standard – Infrequent Access (Standard IA)</vt:lpstr>
      <vt:lpstr>S3 One Zone IA</vt:lpstr>
      <vt:lpstr>S3 Intelligent Tiering</vt:lpstr>
      <vt:lpstr>Glacier Storage Classes</vt:lpstr>
      <vt:lpstr>Security in Amazon S3</vt:lpstr>
      <vt:lpstr>Bucket Policy</vt:lpstr>
      <vt:lpstr>IAM Policy</vt:lpstr>
      <vt:lpstr>Access Control List (ACL)</vt:lpstr>
      <vt:lpstr>Block Public Access</vt:lpstr>
      <vt:lpstr>Encryption in S3</vt:lpstr>
      <vt:lpstr>Encryption Types</vt:lpstr>
      <vt:lpstr>Data Management</vt:lpstr>
      <vt:lpstr>Lifecycle Policies</vt:lpstr>
      <vt:lpstr>Replication</vt:lpstr>
      <vt:lpstr>Access Methods</vt:lpstr>
      <vt:lpstr>Data Transfer Features</vt:lpstr>
      <vt:lpstr>Delete Operations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naseroddin baba</cp:lastModifiedBy>
  <cp:revision>1</cp:revision>
  <dcterms:created xsi:type="dcterms:W3CDTF">2013-01-27T09:14:16Z</dcterms:created>
  <dcterms:modified xsi:type="dcterms:W3CDTF">2026-03-11T10:48:57Z</dcterms:modified>
  <cp:category/>
</cp:coreProperties>
</file>